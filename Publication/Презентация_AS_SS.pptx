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5" r:id="rId1"/>
  </p:sldMasterIdLst>
  <p:sldIdLst>
    <p:sldId id="256" r:id="rId2"/>
    <p:sldId id="287" r:id="rId3"/>
    <p:sldId id="298" r:id="rId4"/>
    <p:sldId id="299" r:id="rId5"/>
    <p:sldId id="300" r:id="rId6"/>
    <p:sldId id="301" r:id="rId7"/>
    <p:sldId id="302" r:id="rId8"/>
    <p:sldId id="303" r:id="rId9"/>
    <p:sldId id="305" r:id="rId10"/>
    <p:sldId id="30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8B2E7"/>
    <a:srgbClr val="2B6B8B"/>
    <a:srgbClr val="E3E8D1"/>
    <a:srgbClr val="005C47"/>
    <a:srgbClr val="9EB145"/>
    <a:srgbClr val="E6E6E6"/>
    <a:srgbClr val="FFCC99"/>
    <a:srgbClr val="009900"/>
    <a:srgbClr val="CC66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9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50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33435A6-6080-42D7-9B2D-E7A900373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488B716C-8021-4E14-9B26-C9C81EF4D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22DF3F3-7C59-44A4-83C5-3787FE09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CDDF2880-3A6A-4014-B216-2023C43B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ACA57FB-D868-48B6-A1F9-A642645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820662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61171EB-FC9E-42E7-BA01-96004E69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8985047-DC01-4776-8E48-11504DC83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8658DFD-C046-4FFB-A596-59B6695C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C3988AB-C5D0-4FCB-BBD4-9D1954A4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BB35EC-5E09-4D48-A81E-DE1647CF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644023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7E971A5-737C-4CE6-8BD9-B1041F56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73AF2734-46BD-4346-9449-779A358B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591D05D-3ADC-42D5-8891-86AD6B95C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12569902-03AB-4C54-BF7D-F700DAD3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C7D57A3-D181-44A9-8B5A-D864B81B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9188649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5A1A8A5-5D9A-495D-A894-0A6D112D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5AAA1CE-2FE7-49BF-A1C3-DA72E9429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C65B7B53-0D15-45E8-9EB9-F4123E17E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93C06089-2E08-47FB-A45E-149BEC62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9B28D74-20FE-48E4-AD09-A5567F85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89DFF8D0-DB92-4325-8696-D786147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14558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30F0DA4-C8AB-4C44-9828-5127F059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902902D2-36EE-41F4-8F48-43E8A255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DE425AA-1FD9-410E-979C-24469654D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90F0E023-4991-4865-AFD9-77E012BE4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C8748FE6-C911-4C4B-834F-5B01F2B81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143FDD1B-00D1-4FEE-AB53-69A99D85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39EB69E3-122A-4796-A05C-EC54FE9B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655E7EDA-44FA-4052-9A1F-764746E4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0061031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B558F96-F3DB-48EE-90A6-6C51859C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A607FAF3-F144-43A0-945E-89AE1D14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D94BA5FF-4730-4570-A0F4-56BFB09E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781EFCB5-71E1-4403-9E12-6F44E913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028880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B992CB28-92AD-4905-8861-549BE8B5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0A6F7B0B-5D47-4EFE-A48E-2381C873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D142406-8264-4880-97AB-535531FC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9882471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10BBA26-64BC-4EA7-9D99-750D62A6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678F3E6-6665-4A20-A591-1838E9A59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EAFD797A-D791-45DC-BFD4-94404F63B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61D3F44-03D0-4B12-9F45-6224F37C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6E4C057C-5B51-40A1-B9D7-D0189F7E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104CB1C-805F-4787-B847-2C8A4948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698332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9189F9-371E-4A0F-87CD-CA8AFBB4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CC4495FF-E22F-4395-8B9E-BCE68BABA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1990528-9A2F-43AE-AD34-168B23169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C5DA212B-3F13-47E1-B0B7-723C6991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C33FD944-A37E-49BE-BC5C-21A6A106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62DCE970-8004-46C7-BE5B-D73BDACB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9647856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E4F2629-D3FC-45D8-9C2F-72C1D05E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17BEA434-2345-4B8D-87C0-E28C38DF1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6FDD01B-5A88-431A-B5DF-A3F5352A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FB5BC13-F052-43DA-A706-8EC87BB3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D0BE8ED-2D68-42FE-952E-ED089FBA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7580176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A17D40D2-B3F6-473A-A136-2E2E8965C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4975A358-DCD1-4000-8237-E17DDE44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2C3F60BA-606E-40F7-8804-79FFC699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B43C84C-156B-4B86-A691-E05E84F9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F61D87E-BFCC-49E9-860F-462C9685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530125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0608887-5077-4189-8167-7D1D6194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6FE8313B-0552-4989-BA82-93CCE2749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A44C999-D2A7-495F-B056-155CE6018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5B67247-C887-49D6-A469-4BBEB551E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46C8338-4C1F-4784-9B34-5AC2DCC5D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152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57149" y="364209"/>
            <a:ext cx="12096751" cy="4585537"/>
          </a:xfrm>
          <a:prstGeom prst="roundRect">
            <a:avLst>
              <a:gd name="adj" fmla="val 35030"/>
            </a:avLst>
          </a:prstGeom>
          <a:solidFill>
            <a:srgbClr val="2B6B8B"/>
          </a:solidFill>
        </p:spPr>
        <p:txBody>
          <a:bodyPr>
            <a:normAutofit/>
          </a:bodyPr>
          <a:lstStyle/>
          <a:p>
            <a:r>
              <a:rPr lang="ru-RU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itchFamily="18" charset="0"/>
              </a:rPr>
              <a:t>Практика</a:t>
            </a:r>
            <a:r>
              <a:rPr lang="en-US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itchFamily="18" charset="0"/>
              </a:rPr>
              <a:t>Тема: 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Разработка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Android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-приложения интернет-магазина обуви «</a:t>
            </a:r>
            <a:r>
              <a:rPr lang="en-US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ShoeStore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» с использованием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Jetpack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Compose</a:t>
            </a:r>
            <a:r>
              <a:rPr lang="en-US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на базе </a:t>
            </a:r>
            <a:r>
              <a:rPr lang="en-US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Android Studio</a:t>
            </a:r>
            <a:endParaRPr lang="ru-RU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itchFamily="18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="" xmlns:a16="http://schemas.microsoft.com/office/drawing/2014/main" id="{5E08BECF-CB36-4A6C-AB87-ECC5E6E4F422}"/>
              </a:ext>
            </a:extLst>
          </p:cNvPr>
          <p:cNvSpPr/>
          <p:nvPr/>
        </p:nvSpPr>
        <p:spPr>
          <a:xfrm>
            <a:off x="5350621" y="5017120"/>
            <a:ext cx="5999866" cy="1428264"/>
          </a:xfrm>
          <a:prstGeom prst="roundRect">
            <a:avLst>
              <a:gd name="adj" fmla="val 38459"/>
            </a:avLst>
          </a:prstGeom>
          <a:solidFill>
            <a:srgbClr val="48B2E7"/>
          </a:solidFill>
          <a:ln>
            <a:solidFill>
              <a:srgbClr val="9EB1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="" xmlns:a16="http://schemas.microsoft.com/office/drawing/2014/main" id="{D59E07D5-76D0-49C1-980C-E62741108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79172753"/>
              </p:ext>
            </p:extLst>
          </p:nvPr>
        </p:nvGraphicFramePr>
        <p:xfrm>
          <a:off x="5350621" y="5178957"/>
          <a:ext cx="5844208" cy="1015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108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2947100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10154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Выполнил: </a:t>
                      </a:r>
                      <a:r>
                        <a:rPr lang="ru-RU" sz="1400" baseline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Мальев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Никита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Иванович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 Black" panose="020B0A04020102020204" pitchFamily="34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 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Руководитель: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Фомичева Ольга Владиславовна</a:t>
                      </a:r>
                      <a:endParaRPr lang="ru-RU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 Black" panose="020B0A04020102020204" pitchFamily="34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2033EB09-51F3-4937-A7AA-96335AD8B9BF}"/>
              </a:ext>
            </a:extLst>
          </p:cNvPr>
          <p:cNvSpPr/>
          <p:nvPr/>
        </p:nvSpPr>
        <p:spPr>
          <a:xfrm>
            <a:off x="7023594" y="6054335"/>
            <a:ext cx="3296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Заволжье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2025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8181B7C1-B308-4E94-9BD0-CC9069922CAD}"/>
              </a:ext>
            </a:extLst>
          </p:cNvPr>
          <p:cNvSpPr/>
          <p:nvPr/>
        </p:nvSpPr>
        <p:spPr>
          <a:xfrm>
            <a:off x="2397124" y="675634"/>
            <a:ext cx="7416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-1" y="240060"/>
            <a:ext cx="9551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Диаграмма вариантов использования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3A0C573D-E824-45F9-B685-7A28C0F5C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134" y="1643612"/>
            <a:ext cx="4974328" cy="497432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484798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1987643" y="570961"/>
            <a:ext cx="9551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АРХИТЕКТУРНЫЕ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5" y="1549610"/>
            <a:ext cx="10640849" cy="5308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086037" y="2726697"/>
            <a:ext cx="90518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Использована современная 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архитектура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: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Одна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MainActivity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содержит все экраны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Переключение экранов через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Navigation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Compose</a:t>
            </a:r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Паттерн MVVM для разделения логики и 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интерфейса (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Ui</a:t>
            </a:r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ViewModel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</a:t>
            </a:r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ViewModel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управляет состоянием каждого экрана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Автоматическое обновление интерфейса при изменении данных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Преимущества: простота, производительность, соответствие рекомендациям Google</a:t>
            </a:r>
          </a:p>
        </p:txBody>
      </p:sp>
    </p:spTree>
    <p:extLst>
      <p:ext uri="{BB962C8B-B14F-4D97-AF65-F5344CB8AC3E}">
        <p14:creationId xmlns="" xmlns:p14="http://schemas.microsoft.com/office/powerpoint/2010/main" val="10728589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62947" y="478628"/>
            <a:ext cx="955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Программные модули (Экраны)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4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D27AE5B-416B-4195-80D0-1145288EF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1" y="1889048"/>
            <a:ext cx="1884513" cy="39955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A777F6D-B1FB-42B4-A1E5-46B027B48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674" y="1889048"/>
            <a:ext cx="1884513" cy="399553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292D8C6-4102-4349-A7E2-5D2BFDE29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327" y="1889048"/>
            <a:ext cx="1918579" cy="39955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6B1B8FF9-D1B9-4159-B4E3-664033591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7599" y="1889048"/>
            <a:ext cx="1886650" cy="39619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93DCA0B4-9D1F-441D-A24A-0631B4C423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942" y="1889048"/>
            <a:ext cx="1890732" cy="39619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28D7C8C-1328-4025-9852-1B72C7012835}"/>
              </a:ext>
            </a:extLst>
          </p:cNvPr>
          <p:cNvSpPr txBox="1"/>
          <p:nvPr/>
        </p:nvSpPr>
        <p:spPr>
          <a:xfrm>
            <a:off x="284381" y="6122504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48B2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OnBoard</a:t>
            </a:r>
            <a:endParaRPr lang="ru-RU" sz="2400" dirty="0">
              <a:solidFill>
                <a:srgbClr val="48B2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716726A-2C22-40D2-88F9-D120AF9D9B4B}"/>
              </a:ext>
            </a:extLst>
          </p:cNvPr>
          <p:cNvSpPr txBox="1"/>
          <p:nvPr/>
        </p:nvSpPr>
        <p:spPr>
          <a:xfrm>
            <a:off x="2482674" y="6118649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8B2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Reg. Account</a:t>
            </a:r>
            <a:endParaRPr lang="ru-RU" sz="2400" dirty="0">
              <a:solidFill>
                <a:srgbClr val="48B2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D8C2B204-8B00-42E4-B119-DF018D9E8BFB}"/>
              </a:ext>
            </a:extLst>
          </p:cNvPr>
          <p:cNvSpPr txBox="1"/>
          <p:nvPr/>
        </p:nvSpPr>
        <p:spPr>
          <a:xfrm>
            <a:off x="4709327" y="6118649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8B2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 In</a:t>
            </a:r>
            <a:endParaRPr lang="ru-RU" sz="2400" dirty="0">
              <a:solidFill>
                <a:srgbClr val="48B2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E00F710E-05A0-428A-97AE-15028AC987A0}"/>
              </a:ext>
            </a:extLst>
          </p:cNvPr>
          <p:cNvSpPr txBox="1"/>
          <p:nvPr/>
        </p:nvSpPr>
        <p:spPr>
          <a:xfrm>
            <a:off x="6935980" y="6118648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8B2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ru-RU" sz="2400" dirty="0">
              <a:solidFill>
                <a:srgbClr val="48B2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7585DAC-2301-4087-B874-6AF0D7F74DE4}"/>
              </a:ext>
            </a:extLst>
          </p:cNvPr>
          <p:cNvSpPr txBox="1"/>
          <p:nvPr/>
        </p:nvSpPr>
        <p:spPr>
          <a:xfrm>
            <a:off x="9134273" y="6071564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8B2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</a:t>
            </a:r>
            <a:endParaRPr lang="ru-RU" sz="2400" dirty="0">
              <a:solidFill>
                <a:srgbClr val="48B2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75273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2753046" y="570961"/>
            <a:ext cx="4383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СИСТЕМА НАВИГАЦИИ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5" y="1549610"/>
            <a:ext cx="10640849" cy="5308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624246" y="2402818"/>
            <a:ext cx="79371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Навигация реализована двумя способами: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1. Нижняя панель (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Bottom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Navigation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 - 4 вкладки: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Главная страница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Избранное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Заказы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Профиль пользователя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2. Глубокая навигация: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Главная → Категория товаров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Профиль → Редактирование данных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Забыл пароль → Проверка кода → Новый пароль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Поддерживается кнопка "Назад" и стек навигации</a:t>
            </a:r>
          </a:p>
        </p:txBody>
      </p:sp>
    </p:spTree>
    <p:extLst>
      <p:ext uri="{BB962C8B-B14F-4D97-AF65-F5344CB8AC3E}">
        <p14:creationId xmlns="" xmlns:p14="http://schemas.microsoft.com/office/powerpoint/2010/main" val="20174551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2474795" y="570961"/>
            <a:ext cx="4939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СИСТЕМА АВТОРИЗАЦИИ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5" y="1549610"/>
            <a:ext cx="10640849" cy="5308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509070" y="2726697"/>
            <a:ext cx="79371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Полный цикл работы с аккаунтом: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1. Первый запуск → выбор регистрации или входа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2. Регистрация сохраняет данные локально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3. Вход проверяет введённые данные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4. Восстановление пароля: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Ввод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email</a:t>
            </a:r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Проверка 6-значного кода из почты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• Установка нового пароля</a:t>
            </a:r>
          </a:p>
          <a:p>
            <a:pPr algn="ctr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Все данные сохраняются в </a:t>
            </a:r>
            <a:r>
              <a:rPr lang="ru-RU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SharedPreferences</a:t>
            </a:r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161613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2421362" y="570961"/>
            <a:ext cx="6112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ИСПОЛЬЗУЕМЫЕ БИБЛИОТЕКИ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5" y="1549610"/>
            <a:ext cx="10640849" cy="5308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207973" y="2726697"/>
            <a:ext cx="85393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Основной технологический стек: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Jetpack Compose 2024.09.00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современный интерфейс)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Navigation Compose 2.9.5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переключение экранов)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Material Design 3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готовые компоненты)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Lifecycle Runtime KTX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управление жизненным циклом)</a:t>
            </a: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Activity Compose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интеграция с 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Activity)</a:t>
            </a:r>
          </a:p>
          <a:p>
            <a:pPr algn="just"/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•Retrofit 3.0.0 (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готовность к серверу)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Версия 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Kotlin: 2.0.21, AGP: 8.13.2</a:t>
            </a:r>
          </a:p>
        </p:txBody>
      </p:sp>
    </p:spTree>
    <p:extLst>
      <p:ext uri="{BB962C8B-B14F-4D97-AF65-F5344CB8AC3E}">
        <p14:creationId xmlns="" xmlns:p14="http://schemas.microsoft.com/office/powerpoint/2010/main" val="288293800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977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2443131" y="570961"/>
            <a:ext cx="5003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ЧТО НЕ ИСПОЛЬЗОВАЛОСЬ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5" y="1500182"/>
            <a:ext cx="10640849" cy="5308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207973" y="2756515"/>
            <a:ext cx="85393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Отказ от сложных библиотек:</a:t>
            </a:r>
          </a:p>
          <a:p>
            <a:pPr algn="ctr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Hilt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/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Dagger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проект небольшого размера</a:t>
            </a:r>
          </a:p>
          <a:p>
            <a:pPr algn="just"/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Room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Database - используются демонстрационные данные  </a:t>
            </a:r>
          </a:p>
          <a:p>
            <a:pPr algn="just"/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Paging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3 - короткие списки товаров</a:t>
            </a:r>
          </a:p>
          <a:p>
            <a:pPr algn="just"/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WorkManager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 нет фоновых задач</a:t>
            </a:r>
          </a:p>
          <a:p>
            <a:pPr algn="just"/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</a:t>
            </a:r>
            <a:r>
              <a:rPr lang="ru-RU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Clean</a:t>
            </a:r>
            <a:r>
              <a:rPr lang="ru-RU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Architecture - достаточно MVVM</a:t>
            </a:r>
          </a:p>
          <a:p>
            <a:pPr algn="just"/>
            <a:endParaRPr lang="ru-RU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Выбор обоснован размером и задачами проекта</a:t>
            </a:r>
          </a:p>
        </p:txBody>
      </p:sp>
    </p:spTree>
    <p:extLst>
      <p:ext uri="{BB962C8B-B14F-4D97-AF65-F5344CB8AC3E}">
        <p14:creationId xmlns="" xmlns:p14="http://schemas.microsoft.com/office/powerpoint/2010/main" val="25938272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9DCC858-722A-4232-9B82-05E0A074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9435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600553-6A45-4C55-B712-C1BD0AC9F64F}"/>
              </a:ext>
            </a:extLst>
          </p:cNvPr>
          <p:cNvSpPr txBox="1"/>
          <p:nvPr/>
        </p:nvSpPr>
        <p:spPr>
          <a:xfrm>
            <a:off x="3730523" y="208497"/>
            <a:ext cx="26755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66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Итог</a:t>
            </a:r>
            <a:endParaRPr lang="ru-RU" sz="6600" b="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66F061C-DF24-452E-8CE3-C7949DF3B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358" y="5655365"/>
            <a:ext cx="1295581" cy="10984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E7EA5D8-BEFE-4576-A8AE-0CF0A6346C59}"/>
              </a:ext>
            </a:extLst>
          </p:cNvPr>
          <p:cNvSpPr txBox="1"/>
          <p:nvPr/>
        </p:nvSpPr>
        <p:spPr>
          <a:xfrm>
            <a:off x="11321833" y="5789074"/>
            <a:ext cx="712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F1E8D63-417C-4466-A20E-86303FB435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26" t="6399" r="2374"/>
          <a:stretch/>
        </p:blipFill>
        <p:spPr>
          <a:xfrm>
            <a:off x="258417" y="1603588"/>
            <a:ext cx="10632643" cy="5254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57688D-D0DE-4BD7-81A9-C7B1DCD0769B}"/>
              </a:ext>
            </a:extLst>
          </p:cNvPr>
          <p:cNvSpPr txBox="1"/>
          <p:nvPr/>
        </p:nvSpPr>
        <p:spPr>
          <a:xfrm>
            <a:off x="1151281" y="2267926"/>
            <a:ext cx="88469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Разработано полнофункциональное мобильное приложение магазина обуви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ShoeStore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:</a:t>
            </a:r>
          </a:p>
          <a:p>
            <a:pPr algn="just"/>
            <a:endParaRPr lang="ru-RU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✓ </a:t>
            </a:r>
            <a:r>
              <a:rPr lang="ru-RU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r>
            <a:r>
              <a:rPr lang="en-US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0</a:t>
            </a:r>
            <a:r>
              <a:rPr lang="ru-RU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экранов полностью реализованы и протестированы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✓ Современная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одноактивитная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архитектура MVVM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✓ Полная система авторизации и восстановления пароля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✓ Удобная навигация (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Bottom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Navigation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+ глубокие маршруты)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✓ Каталог товаров, избранное, профиль пользователя</a:t>
            </a:r>
          </a:p>
          <a:p>
            <a:pPr algn="just"/>
            <a:endParaRPr lang="ru-RU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ТЕХНИЧЕСКИЕ ХАРАКТЕРИСТИКИ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Jetpack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Compose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2024.09.00 (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Material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Design 3)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Kotlin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2.0.21, AGP 8.13.2</a:t>
            </a: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• Готовность к интеграции с сервером (</a:t>
            </a:r>
            <a:r>
              <a:rPr lang="ru-RU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Retrofit</a:t>
            </a:r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3.0.0)</a:t>
            </a:r>
          </a:p>
          <a:p>
            <a:pPr algn="just"/>
            <a:endParaRPr lang="ru-RU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just"/>
            <a:r>
              <a:rPr lang="ru-RU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ПРИЛОЖЕНИЕ ГОТОВО К ИСПОЛЬЗОВАНИЮ И РАСШИРЕНИЮ</a:t>
            </a:r>
          </a:p>
        </p:txBody>
      </p:sp>
    </p:spTree>
    <p:extLst>
      <p:ext uri="{BB962C8B-B14F-4D97-AF65-F5344CB8AC3E}">
        <p14:creationId xmlns="" xmlns:p14="http://schemas.microsoft.com/office/powerpoint/2010/main" val="28795572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57149" y="364210"/>
            <a:ext cx="12096751" cy="4285282"/>
          </a:xfrm>
          <a:prstGeom prst="roundRect">
            <a:avLst>
              <a:gd name="adj" fmla="val 35030"/>
            </a:avLst>
          </a:prstGeom>
          <a:solidFill>
            <a:srgbClr val="2B6B8B"/>
          </a:solidFill>
        </p:spPr>
        <p:txBody>
          <a:bodyPr>
            <a:normAutofit/>
          </a:bodyPr>
          <a:lstStyle/>
          <a:p>
            <a:r>
              <a:rPr lang="ru-RU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itchFamily="18" charset="0"/>
              </a:rPr>
              <a:t>Практика</a:t>
            </a:r>
            <a:r>
              <a:rPr lang="en-US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Times New Roman" pitchFamily="18" charset="0"/>
              </a:rPr>
              <a:t>Тема: 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Разработка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Android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-приложения интернет-магазина обуви «</a:t>
            </a:r>
            <a:r>
              <a:rPr lang="en-US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ShoeStore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» с использованием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Jetpack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4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Compose</a:t>
            </a:r>
            <a:r>
              <a:rPr lang="en-US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ru-RU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на базе </a:t>
            </a:r>
            <a:r>
              <a:rPr lang="en-US" sz="2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Android Studio</a:t>
            </a:r>
            <a:endParaRPr lang="ru-RU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Times New Roman" pitchFamily="18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="" xmlns:a16="http://schemas.microsoft.com/office/drawing/2014/main" id="{5E08BECF-CB36-4A6C-AB87-ECC5E6E4F422}"/>
              </a:ext>
            </a:extLst>
          </p:cNvPr>
          <p:cNvSpPr/>
          <p:nvPr/>
        </p:nvSpPr>
        <p:spPr>
          <a:xfrm>
            <a:off x="5350621" y="4678241"/>
            <a:ext cx="5999866" cy="1767143"/>
          </a:xfrm>
          <a:prstGeom prst="roundRect">
            <a:avLst>
              <a:gd name="adj" fmla="val 38459"/>
            </a:avLst>
          </a:prstGeom>
          <a:solidFill>
            <a:srgbClr val="48B2E7"/>
          </a:solidFill>
          <a:ln>
            <a:solidFill>
              <a:srgbClr val="9EB1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="" xmlns:a16="http://schemas.microsoft.com/office/drawing/2014/main" id="{D59E07D5-76D0-49C1-980C-E62741108F16}"/>
              </a:ext>
            </a:extLst>
          </p:cNvPr>
          <p:cNvGraphicFramePr>
            <a:graphicFrameLocks noGrp="1"/>
          </p:cNvGraphicFramePr>
          <p:nvPr/>
        </p:nvGraphicFramePr>
        <p:xfrm>
          <a:off x="5267740" y="5017120"/>
          <a:ext cx="5844208" cy="1015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108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2947100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10154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Выполнил: </a:t>
                      </a:r>
                      <a:r>
                        <a:rPr lang="ru-RU" sz="1400" baseline="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Мальев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Никита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Иванович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 Black" panose="020B0A04020102020204" pitchFamily="34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 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Руководитель:</a:t>
                      </a:r>
                      <a:r>
                        <a:rPr lang="ru-RU" sz="14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 Black" panose="020B0A04020102020204" pitchFamily="34" charset="0"/>
                          <a:cs typeface="Times New Roman" pitchFamily="18" charset="0"/>
                        </a:rPr>
                        <a:t> Фомичева Ольга Владиславовна</a:t>
                      </a:r>
                      <a:endParaRPr lang="ru-RU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 Black" panose="020B0A04020102020204" pitchFamily="34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="" xmlns:a16="http://schemas.microsoft.com/office/drawing/2014/main" id="{2033EB09-51F3-4937-A7AA-96335AD8B9BF}"/>
              </a:ext>
            </a:extLst>
          </p:cNvPr>
          <p:cNvSpPr/>
          <p:nvPr/>
        </p:nvSpPr>
        <p:spPr>
          <a:xfrm>
            <a:off x="7023594" y="6054335"/>
            <a:ext cx="3296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Заволжье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Times New Roman" panose="02020603050405020304" pitchFamily="18" charset="0"/>
              </a:rPr>
              <a:t>2025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="" xmlns:a16="http://schemas.microsoft.com/office/drawing/2014/main" id="{8181B7C1-B308-4E94-9BD0-CC9069922CAD}"/>
              </a:ext>
            </a:extLst>
          </p:cNvPr>
          <p:cNvSpPr/>
          <p:nvPr/>
        </p:nvSpPr>
        <p:spPr>
          <a:xfrm>
            <a:off x="2397124" y="675634"/>
            <a:ext cx="7416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3088350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Words>442</Words>
  <Application>Microsoft Office PowerPoint</Application>
  <PresentationFormat>Произвольный</PresentationFormat>
  <Paragraphs>110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Практика Тема: Разработка Android-приложения интернет-магазина обуви «ShoeStore» с использованием Jetpack Compose на базе Android Studio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Практика Тема: Разработка Android-приложения интернет-магазина обуви «ShoeStore» с использованием Jetpack Compose на базе Android Studio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android242</cp:lastModifiedBy>
  <cp:revision>78</cp:revision>
  <dcterms:created xsi:type="dcterms:W3CDTF">2022-06-15T10:15:27Z</dcterms:created>
  <dcterms:modified xsi:type="dcterms:W3CDTF">2025-12-20T08:07:11Z</dcterms:modified>
</cp:coreProperties>
</file>